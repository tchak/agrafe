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<p:presentation xmlns:a="http://schemas.openxmlformats.org/drawingml/2006/main" xmlns:r="http://schemas.openxmlformats.org/officeDocument/2006/relationships" xmlns:p="http://schemas.openxmlformats.org/presentationml/2006/main"><p:sldIdLst><p:sldId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>
          <a:xfrm>
            <a:off x="457200" y="457200"/>
            <a:ext cx="8229600" cy="1143000"/>
          </a:xfrm>
          <a:prstGeom prst="rect">
            <a:avLst/>
          </a:prstGeom>
        </p:spPr>
        <p:txBody>
          <a:bodyPr/>
          <a:p>
            <a:r>
              <a:rPr lang="fr-FR" sz="4400"/>
              <a:t>cut</a:t>
            </a:r>
          </a:p>
        </p:txBody>
      </p:sp>
    </p:spTree>
  </p:cSld>
</p:sld>
</file>